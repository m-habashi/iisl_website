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9" autoAdjust="0"/>
    <p:restoredTop sz="94660"/>
  </p:normalViewPr>
  <p:slideViewPr>
    <p:cSldViewPr snapToGrid="0">
      <p:cViewPr varScale="1">
        <p:scale>
          <a:sx n="96" d="100"/>
          <a:sy n="96" d="100"/>
        </p:scale>
        <p:origin x="96" y="8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A40AC-7E8F-4B71-9BFE-B93DC0C7902F}" type="datetimeFigureOut">
              <a:rPr lang="en-US" smtClean="0"/>
              <a:t>08-Aug-16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8538B-44A8-4BEA-9C11-4CBC40D355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367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A40AC-7E8F-4B71-9BFE-B93DC0C7902F}" type="datetimeFigureOut">
              <a:rPr lang="en-US" smtClean="0"/>
              <a:t>08-Aug-16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8538B-44A8-4BEA-9C11-4CBC40D355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3927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A40AC-7E8F-4B71-9BFE-B93DC0C7902F}" type="datetimeFigureOut">
              <a:rPr lang="en-US" smtClean="0"/>
              <a:t>08-Aug-16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8538B-44A8-4BEA-9C11-4CBC40D355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212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A40AC-7E8F-4B71-9BFE-B93DC0C7902F}" type="datetimeFigureOut">
              <a:rPr lang="en-US" smtClean="0"/>
              <a:t>08-Aug-16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8538B-44A8-4BEA-9C11-4CBC40D355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988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A40AC-7E8F-4B71-9BFE-B93DC0C7902F}" type="datetimeFigureOut">
              <a:rPr lang="en-US" smtClean="0"/>
              <a:t>08-Aug-16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8538B-44A8-4BEA-9C11-4CBC40D355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969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A40AC-7E8F-4B71-9BFE-B93DC0C7902F}" type="datetimeFigureOut">
              <a:rPr lang="en-US" smtClean="0"/>
              <a:t>08-Aug-16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8538B-44A8-4BEA-9C11-4CBC40D355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616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A40AC-7E8F-4B71-9BFE-B93DC0C7902F}" type="datetimeFigureOut">
              <a:rPr lang="en-US" smtClean="0"/>
              <a:t>08-Aug-16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8538B-44A8-4BEA-9C11-4CBC40D355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87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A40AC-7E8F-4B71-9BFE-B93DC0C7902F}" type="datetimeFigureOut">
              <a:rPr lang="en-US" smtClean="0"/>
              <a:t>08-Aug-16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8538B-44A8-4BEA-9C11-4CBC40D355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266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A40AC-7E8F-4B71-9BFE-B93DC0C7902F}" type="datetimeFigureOut">
              <a:rPr lang="en-US" smtClean="0"/>
              <a:t>08-Aug-16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8538B-44A8-4BEA-9C11-4CBC40D355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159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A40AC-7E8F-4B71-9BFE-B93DC0C7902F}" type="datetimeFigureOut">
              <a:rPr lang="en-US" smtClean="0"/>
              <a:t>08-Aug-16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8538B-44A8-4BEA-9C11-4CBC40D355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80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A40AC-7E8F-4B71-9BFE-B93DC0C7902F}" type="datetimeFigureOut">
              <a:rPr lang="en-US" smtClean="0"/>
              <a:t>08-Aug-16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8538B-44A8-4BEA-9C11-4CBC40D355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113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2A40AC-7E8F-4B71-9BFE-B93DC0C7902F}" type="datetimeFigureOut">
              <a:rPr lang="en-US" smtClean="0"/>
              <a:t>08-Aug-16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C8538B-44A8-4BEA-9C11-4CBC40D355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975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1524000" y="0"/>
            <a:ext cx="9144000" cy="6858000"/>
            <a:chOff x="1524000" y="0"/>
            <a:chExt cx="9144000" cy="6858000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 flipV="1">
              <a:off x="1524000" y="0"/>
              <a:ext cx="9144000" cy="6858000"/>
            </a:xfrm>
            <a:prstGeom prst="rect">
              <a:avLst/>
            </a:prstGeom>
          </p:spPr>
        </p:pic>
        <p:sp>
          <p:nvSpPr>
            <p:cNvPr id="5" name="Rectangle 4"/>
            <p:cNvSpPr/>
            <p:nvPr/>
          </p:nvSpPr>
          <p:spPr>
            <a:xfrm>
              <a:off x="1524000" y="6490252"/>
              <a:ext cx="9144000" cy="367748"/>
            </a:xfrm>
            <a:prstGeom prst="rect">
              <a:avLst/>
            </a:prstGeom>
            <a:solidFill>
              <a:schemeClr val="dk1">
                <a:alpha val="60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i="1" dirty="0" smtClean="0"/>
                <a:t>Graduation Party for Gaby [</a:t>
              </a:r>
              <a:r>
                <a:rPr lang="en-US" i="1" dirty="0" err="1" smtClean="0"/>
                <a:t>Ge</a:t>
              </a:r>
              <a:r>
                <a:rPr lang="en-US" i="1" dirty="0" smtClean="0"/>
                <a:t>] Ou (Summer 2016)</a:t>
              </a:r>
              <a:endParaRPr lang="en-US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985541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Alana Wilbee</dc:creator>
  <cp:lastModifiedBy>Alana Wilbee</cp:lastModifiedBy>
  <cp:revision>2</cp:revision>
  <dcterms:created xsi:type="dcterms:W3CDTF">2016-08-08T16:05:34Z</dcterms:created>
  <dcterms:modified xsi:type="dcterms:W3CDTF">2016-08-08T16:17:25Z</dcterms:modified>
</cp:coreProperties>
</file>